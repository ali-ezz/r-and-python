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61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CF0E4-DA5C-4196-937F-93DB28076E1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F846D-EA69-4D5A-ACA9-A4C43EFB38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5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F846D-EA69-4D5A-ACA9-A4C43EFB38A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434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F846D-EA69-4D5A-ACA9-A4C43EFB38A4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884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F846D-EA69-4D5A-ACA9-A4C43EFB38A4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3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1059F-EADF-F21B-F229-25171ECCB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BA7C3-33FC-3C05-B3E0-20E5B4A4F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FEFCA-8DE1-4C1A-21E0-61CBE6E33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D85C-2609-4ECD-87F2-6EC668608546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4E36E-EA1A-453C-1123-8182B8ED7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C0953-A8BC-E1ED-4F54-7921962C3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0691-8C31-4918-AC99-9C4BD138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69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CD836-927D-3E91-8E5A-6EB0809AD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888A8-A383-BF35-C097-31113B54E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3E3E2-6715-FB0A-B817-76D0253E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D85C-2609-4ECD-87F2-6EC668608546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1B305-2E7B-AA8B-407C-BBC5B988A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8B3AF-A464-46E4-C3EB-3129A5714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0691-8C31-4918-AC99-9C4BD138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287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8B2E9-6A69-FD7B-91C0-F3A4AEB9A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11E60-F523-F882-D729-F3028CF30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AF9A7-7867-FF30-0E39-4EC7634C7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D85C-2609-4ECD-87F2-6EC668608546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E65B4-2281-2802-7289-D13C89C7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DECD2-4BA6-1166-7A30-DD2070B75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0691-8C31-4918-AC99-9C4BD138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142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B05B5-6AD0-B639-B112-D1AF2883F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75BDD-8CBA-54AF-6AE8-0F2A5178E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FB27A-1C5D-44CA-EF6A-CD29B1789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D677A-A8F0-08D9-C8CA-F1F04BF2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D85C-2609-4ECD-87F2-6EC668608546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2004F-2D99-65BC-A951-53A52343D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71DF0-FC5C-393C-20CE-DEBA405E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0691-8C31-4918-AC99-9C4BD138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042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828D2-ED21-014E-1A79-07942A301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E156A-7A68-16F2-92A8-F33407A9F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087D1-2AA3-E8ED-5F9D-0C072026B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F8EBAC-8192-8B7B-CD40-26C88D4C82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11AEFE-E2B7-64F4-68C2-1C518371E5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B00103-75BF-06F4-6B5A-F7E466C23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D85C-2609-4ECD-87F2-6EC668608546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29895F-E37D-6FC4-1B81-862702AA9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995615-3063-46C9-D4E6-7EFF5D44B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0691-8C31-4918-AC99-9C4BD138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932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C4036-418A-3335-2757-D8959DAB9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0F2EB6-FDA6-E74E-D381-CA4FD974E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D85C-2609-4ECD-87F2-6EC668608546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46ADB-5189-9446-429C-13E73B4CB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4001E-BCC6-6ED8-2BAA-E31990C06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0691-8C31-4918-AC99-9C4BD138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378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0DB793-B531-CA07-DCE3-5CA09F3C0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D85C-2609-4ECD-87F2-6EC668608546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8EC223-F33A-B48E-2F5A-357E26D22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D18E8-024E-ED1C-6FB0-47BD6B657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0691-8C31-4918-AC99-9C4BD138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2443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B807-AE5F-A865-A1F4-C1EDCEA16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D13FD-1A89-B11F-7E74-3CE7BAD2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6D750-FE9F-B408-0D56-471DF9116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94041-907B-5DD6-B2F3-B94324DF4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D85C-2609-4ECD-87F2-6EC668608546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94D7B-7963-09DC-B5D8-2DC3A931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D6EC9-0B97-86FC-2098-31D171CC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0691-8C31-4918-AC99-9C4BD138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174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DF0AE-281B-ECF3-01BC-BC4B4644C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F942E6-29EB-C5E9-DD82-E615ABBE1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C15C6-BDC8-CB3D-4986-D38F2B629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1A788-DF68-0E72-F7C8-3075EEF85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D85C-2609-4ECD-87F2-6EC668608546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43DFC-592F-62CE-1BD3-4A855351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97A2B-536F-F956-E343-853FF902A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0691-8C31-4918-AC99-9C4BD138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838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724DE-0755-0D77-F7DD-DA677F03E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A5FA72-426C-4AF9-DB8D-01327504C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DDD92-2476-EFB3-EF98-0700076D7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D85C-2609-4ECD-87F2-6EC668608546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DC9AD-7D5A-10E0-B95B-1515F8C25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8D527-DF2A-A5A4-7538-6DAFBF89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0691-8C31-4918-AC99-9C4BD138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253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49BDF3-D0FB-B703-CDD4-D158BA71E4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35725-8102-9A26-8AD0-FE6125BAA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9B829-F032-C1FB-61AE-43DCDC261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D85C-2609-4ECD-87F2-6EC668608546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0BADE-9635-65AD-0AFA-622ACE168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E0A29-3DC9-DF8F-E233-CD2A2BD6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70691-8C31-4918-AC99-9C4BD138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5459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25C3B-ADCF-D42E-6067-2DDA81265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CE0E4-6391-67F6-F4AA-675692386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3A04F-0484-2006-03B4-692F9241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D9D85C-2609-4ECD-87F2-6EC668608546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AF0DC-6649-58EB-10B2-82675B704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1287C-9CDD-4443-7830-CB7EF2557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B70691-8C31-4918-AC99-9C4BD138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680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28390-C5BC-748E-A73F-65EBC38CD6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CAF6F8-1223-40EC-5AD2-6F8BDB1B79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333FF-1B51-6BBF-4730-4DDDD688C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2" y="-4507"/>
            <a:ext cx="12183998" cy="686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918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C45D8-8EC4-B0EA-6C7A-8F514A5E9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62B4D-B43C-7418-BE94-043F034EE3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116958-326A-624A-E55A-2C78B62DCD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2E62BC-C0D7-F4CE-F3E9-370444E93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181" y="0"/>
            <a:ext cx="122491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514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A05AA-7FD5-115E-E98D-3FE951ECA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7A279D-61F7-5DDB-599E-4AC4BF3B4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91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83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ABE37-0ABB-0B77-781C-1F08791C2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AEE07D-D4F1-396C-B239-E87F044AD2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442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D8603D-E16B-572A-54FB-7B607FF47F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54"/>
            <a:ext cx="12221212" cy="684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321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FF7D0-18BD-0840-94CA-3C38816EE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832399-DFFB-C044-E763-275E4AFF8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467"/>
            <a:ext cx="12207089" cy="684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811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10317-F8D3-DFCB-945F-126C97132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B0AB8A-5F2B-BC3C-A2F5-E0E7F2580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86"/>
            <a:ext cx="12220014" cy="684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844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26591-BA6F-8C5A-A9D8-930F6564B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59EEEC-787B-BB8B-909D-365465506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117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0A2CC-9415-6E62-9749-97653FE4C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D8EE40-4B00-FFAA-2883-8430C2F7B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77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A5C56-F65C-06C8-2652-3FC84BEFB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FF3FF2-D7EF-B7A7-3713-EE7B3B751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50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297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0217E-AED5-2492-E70C-9CA125F29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0C9420-A096-2A59-1D5C-42622BFF9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5"/>
            <a:ext cx="12203906" cy="685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06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C3AD3-864C-E76E-8E70-6D8DCB55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443EC8-35F9-5257-EEB2-DF333E6BE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624"/>
            <a:ext cx="12192000" cy="686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88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909BC-0327-E06E-A171-5A5986112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2C8AB6-EE7C-78E0-0E79-41E11C836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45"/>
            <a:ext cx="12192000" cy="68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201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BEA3C-7FE7-8E3B-DE83-5AE076DDC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83F3B6-6275-116A-9F60-3DD3E320D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31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7FCA0-F57B-9D92-4D55-DECF96A02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CC5AB4-E2C2-466A-045C-4C5942772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8"/>
            <a:ext cx="12191382" cy="685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291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32EB2-5612-B8CF-F6BC-051E43E03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D59EFD-F956-F78B-570D-79F2AA890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21920"/>
            <a:ext cx="12192000" cy="697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21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07A2B-112A-A671-20A8-45CE39EE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2A2C81-ED1C-BC81-BBCC-2235BA2ED2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703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5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D9FC1-6C3D-2699-0CDF-2F26E9291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DF1B7F-7AAC-740E-AE6E-EAC0D1E548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684"/>
            <a:ext cx="12192000" cy="688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17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C98FF-02F0-75DB-DE65-A77704B5C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189217-C71F-7303-1F01-D06CEDDE5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82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F6A63-4981-9EE2-34EC-7E016FDA1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B7853A-1E32-4896-B25E-0412D27E3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49"/>
            <a:ext cx="12187649" cy="686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175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809BD-C1AE-BB7C-124F-4F1BF78EB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6D3F4A-6E2B-CD16-3CAF-69D19055D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94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9AF54-CBC9-9246-D887-36296F93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C0A720-122D-9540-B838-A03B4573C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030"/>
            <a:ext cx="12191999" cy="690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211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70E28-8496-74B4-714B-59C2FB5AE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BCE435-5F78-1E1C-288A-45885BA94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1"/>
            <a:ext cx="12191999" cy="685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58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933C7-6831-6612-D3CF-F22CA8F61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5D9621-58BA-1642-6FC4-388FDB10B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2560"/>
            <a:ext cx="12214411" cy="684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500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</Words>
  <Application>Microsoft Office PowerPoint</Application>
  <PresentationFormat>Widescreen</PresentationFormat>
  <Paragraphs>3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mohamed</dc:creator>
  <cp:lastModifiedBy>ahmed mostafa</cp:lastModifiedBy>
  <cp:revision>2</cp:revision>
  <dcterms:created xsi:type="dcterms:W3CDTF">2026-03-02T16:51:40Z</dcterms:created>
  <dcterms:modified xsi:type="dcterms:W3CDTF">2026-03-03T19:43:03Z</dcterms:modified>
</cp:coreProperties>
</file>